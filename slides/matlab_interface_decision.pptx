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33C"/>
                </a:solidFill>
              </a:defRPr>
            </a:pPr>
            <a:r>
              <a:t>MATLAB Interface Decision</a:t>
            </a:r>
          </a:p>
          <a:p>
            <a:pPr>
              <a:defRPr sz="1100">
                <a:solidFill>
                  <a:srgbClr val="505C78"/>
                </a:solidFill>
              </a:defRPr>
            </a:pPr>
            <a:r>
              <a:t>Options considered for OptArrow, selected direction, and rationale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11880" cy="4251960"/>
          </a:xfrm>
          <a:prstGeom prst="roundRect">
            <a:avLst/>
          </a:prstGeom>
          <a:solidFill>
            <a:srgbClr val="EBF2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62456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962FF"/>
                </a:solidFill>
              </a:defRPr>
            </a:pPr>
            <a:r>
              <a:t>Option 1: MATLAB as Interface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MATLAB prepares the model and sends it to the OptArrow gateway.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Python or Julia remains the compute engine.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MATLAB owns user API, validation, translation, and result formatting.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Fits current OptArrow architecture best.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3444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2272" y="1362456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Option 2: MATLAB as Engine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MATLAB would solve models itself inside the engine layer.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Requires backend execution, solver management, and service lifecycle in MATLAB.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Creates duplicated engine logic across languages.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Higher maintenance and weaker architectural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3444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7031" y="1362456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Option 3: Hybrid / Mixed Role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Some models solved in MATLAB, others forwarded to Python or Julia.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Flexible in theory, but adds routing complexity and unclear ownership.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Harder to test, document, and maintain consistently.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Not a good default for an early clean interface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33C"/>
                </a:solidFill>
              </a:defRPr>
            </a:pPr>
            <a:r>
              <a:t>Chosen Direction</a:t>
            </a:r>
          </a:p>
          <a:p>
            <a:pPr>
              <a:defRPr sz="1100">
                <a:solidFill>
                  <a:srgbClr val="505C78"/>
                </a:solidFill>
              </a:defRPr>
            </a:pPr>
            <a:r>
              <a:t>MATLAB is treated as a client interface, not as a compute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881360" cy="914400"/>
          </a:xfrm>
          <a:prstGeom prst="roundRect">
            <a:avLst/>
          </a:prstGeom>
          <a:solidFill>
            <a:srgbClr val="E3F5EA"/>
          </a:solidFill>
          <a:ln>
            <a:solidFill>
              <a:srgbClr val="BA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663C"/>
                </a:solidFill>
              </a:defRPr>
            </a:pPr>
            <a:r>
              <a:t>Decision: MATLAB sends models through the same OptArrow gateway contract used by the rest of the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5257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779776"/>
            <a:ext cx="4983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Why We Chose It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Keeps one compute architecture instead of adding a separate MATLAB engine stack.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Reuses existing gateway, model factory, service factory, and solver backends.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Makes MATLAB a thin adapter layer, which is simpler to test and extend.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Allows MATLAB users to benefit from Python and Julia solver support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651760"/>
            <a:ext cx="5394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2779776"/>
            <a:ext cx="5120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What MATLAB Owns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User-facing MATLAB API.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Model translation from MATLAB structures to OptArrow payloads.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Configuration, endpoint handling, and validation.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Result normalization into MATLAB-friendly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33C"/>
                </a:solidFill>
              </a:defRPr>
            </a:pPr>
            <a:r>
              <a:t>Trade-Offs and Next Steps</a:t>
            </a:r>
          </a:p>
          <a:p>
            <a:pPr>
              <a:defRPr sz="1100">
                <a:solidFill>
                  <a:srgbClr val="505C78"/>
                </a:solidFill>
              </a:defRPr>
            </a:pPr>
            <a:r>
              <a:t>What this decision gives us and what we still need to improve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2011680"/>
          </a:xfrm>
          <a:prstGeom prst="roundRect">
            <a:avLst/>
          </a:prstGeom>
          <a:solidFill>
            <a:srgbClr val="E3F5EA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408176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663C"/>
                </a:solidFill>
              </a:defRPr>
            </a:pPr>
            <a:r>
              <a:t>Benefits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Architecturally consistent with OptArrow's gateway-centered design.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Easier CI and benchmark testing because MATLAB follows the same contract.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Cleaner separation of responsibilities across interface and engine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5394960" cy="2011680"/>
          </a:xfrm>
          <a:prstGeom prst="roundRect">
            <a:avLst/>
          </a:prstGeom>
          <a:solidFill>
            <a:srgbClr val="FFF4D6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6792" y="1408176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45E18"/>
                </a:solidFill>
              </a:defRPr>
            </a:pPr>
            <a:r>
              <a:t>Current Limitations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MATLAB path still needs feature expansion and contract hardening.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Large-model performance can improve by reducing extra copies and conversions.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QP and broader benchmark coverage should continue to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10927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3785615"/>
            <a:ext cx="106527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Recommended Next Steps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Keep MATLAB as a first-class interface layer.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Expand tests around translation, contract validation, and end-to-end benchmarks.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Improve transport efficiency for larger sparse models.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Add CI later so benchmark results are reported automatically on pull requests.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