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33C"/>
                </a:solidFill>
              </a:defRPr>
            </a:pPr>
            <a:r>
              <a:t>MATLAB Client Interface: Technical Options</a:t>
            </a:r>
          </a:p>
          <a:p>
            <a:pPr>
              <a:defRPr sz="1100">
                <a:solidFill>
                  <a:srgbClr val="566074"/>
                </a:solidFill>
              </a:defRPr>
            </a:pPr>
            <a:r>
              <a:t>How MATLAB could send optimization models into OptArrow, and why we chose the current path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43200"/>
                <a:gridCol w="2103120"/>
                <a:gridCol w="2286000"/>
                <a:gridCol w="2240280"/>
              </a:tblGrid>
              <a:tr h="859536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8233C"/>
                          </a:solidFill>
                        </a:defRPr>
                      </a:pPr>
                      <a:r>
                        <a:t>Option</a:t>
                      </a:r>
                    </a:p>
                  </a:txBody>
                  <a:tcPr>
                    <a:solidFill>
                      <a:srgbClr val="DEE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8233C"/>
                          </a:solidFill>
                        </a:defRPr>
                      </a:pPr>
                      <a:r>
                        <a:t>How MATLAB sends model</a:t>
                      </a:r>
                    </a:p>
                  </a:txBody>
                  <a:tcPr>
                    <a:solidFill>
                      <a:srgbClr val="DEE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8233C"/>
                          </a:solidFill>
                        </a:defRPr>
                      </a:pPr>
                      <a:r>
                        <a:t>Pros</a:t>
                      </a:r>
                    </a:p>
                  </a:txBody>
                  <a:tcPr>
                    <a:solidFill>
                      <a:srgbClr val="DEE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8233C"/>
                          </a:solidFill>
                        </a:defRPr>
                      </a:pPr>
                      <a:r>
                        <a:t>Cons</a:t>
                      </a:r>
                    </a:p>
                  </a:txBody>
                  <a:tcPr>
                    <a:solidFill>
                      <a:srgbClr val="DEE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18233C"/>
                          </a:solidFill>
                        </a:defRPr>
                      </a:pPr>
                      <a:r>
                        <a:t>Scale outlook</a:t>
                      </a:r>
                    </a:p>
                  </a:txBody>
                  <a:tcPr>
                    <a:solidFill>
                      <a:srgbClr val="DEE8FA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JSON over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Dense/struct payload encoded to JSON and POSTed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Simple to build and debug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Large payloads, many copies, weak for sparse big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MAT-file/file upload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Write model to file and let backend import it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Can move large data outside request body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Extra file lifecycle, slower round-trip, more moving parts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Direct MATLAB engine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MATLAB itself becomes the compute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No client translation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Duplicates backend architecture and solver lifecycle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Arrow IPC over HTTP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Sparse COO payload converted to Arrow stream and sent to gateway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Shared OptArrow contract, compact sparse transfer, consistent architecture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Still has MATLAB to Python bridge overhead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44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33C"/>
                </a:solidFill>
              </a:defRPr>
            </a:pPr>
            <a:r>
              <a:t>Chosen Technical Design</a:t>
            </a:r>
          </a:p>
          <a:p>
            <a:pPr>
              <a:defRPr sz="1100">
                <a:solidFill>
                  <a:srgbClr val="566074"/>
                </a:solidFill>
              </a:defRPr>
            </a:pPr>
            <a:r>
              <a:t>MATLAB acts as a client and sends sparse model payloads through the OptArrow gateway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303520" cy="2743200"/>
          </a:xfrm>
          <a:prstGeom prst="roundRect">
            <a:avLst/>
          </a:prstGeom>
          <a:solidFill>
            <a:srgbClr val="EBF2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463039"/>
            <a:ext cx="50292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5FD7"/>
                </a:solidFill>
              </a:defRPr>
            </a:pPr>
            <a:r>
              <a:t>What We Chose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MATLAB builds the model in OptArrow payload shape.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Sparse matrices are represented in COO form: row, col, val.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A Python bridge wraps the payload into Arrow IPC and POSTs it to /compute.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The gateway then routes to the normal Python or Julia engine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394960" cy="2743200"/>
          </a:xfrm>
          <a:prstGeom prst="roundRect">
            <a:avLst/>
          </a:prstGeom>
          <a:solidFill>
            <a:srgbClr val="E4F5EA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36792" y="1463039"/>
            <a:ext cx="51206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6639"/>
                </a:solidFill>
              </a:defRPr>
            </a:pPr>
            <a:r>
              <a:t>Why This Was Best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Uses the same contract and architecture as the rest of OptArrow.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Handles sparse models better than plain JSON-only designs.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Avoids introducing a separate MATLAB-native engine stack.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Makes benchmarks, validation, and CI much easier to unify.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10927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4526280"/>
            <a:ext cx="1065275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Current Data Flow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MATLAB model -&gt; MATLAB struct -&gt; Python bridge -&gt; Arrow IPC stream -&gt; HTTP /compute -&gt; gateway -&gt;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33C"/>
                </a:solidFill>
              </a:defRPr>
            </a:pPr>
            <a:r>
              <a:t>Performance and Scalability View</a:t>
            </a:r>
          </a:p>
          <a:p>
            <a:pPr>
              <a:defRPr sz="1100">
                <a:solidFill>
                  <a:srgbClr val="566074"/>
                </a:solidFill>
              </a:defRPr>
            </a:pPr>
            <a:r>
              <a:t>Which option is faster today, and which one gives the best long-term scaling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2011680"/>
          </a:xfrm>
          <a:prstGeom prst="roundRect">
            <a:avLst/>
          </a:prstGeom>
          <a:solidFill>
            <a:srgbClr val="FFF4D6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463039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75C12"/>
                </a:solidFill>
              </a:defRPr>
            </a:pPr>
            <a:r>
              <a:t>Fastest to Implement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JSON over HTTP.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Good for prototypes and small models.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Not ideal once sparse models become large.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474720" cy="2011680"/>
          </a:xfrm>
          <a:prstGeom prst="roundRect">
            <a:avLst/>
          </a:prstGeom>
          <a:solidFill>
            <a:srgbClr val="E4F5EA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7992" y="1463039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6639"/>
                </a:solidFill>
              </a:defRPr>
            </a:pPr>
            <a:r>
              <a:t>Best Architectural Fit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Arrow IPC over HTTP.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Matches the shared OptArrow gateway contract.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Best balance of maintainability and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474720" cy="2011680"/>
          </a:xfrm>
          <a:prstGeom prst="roundRect">
            <a:avLst/>
          </a:prstGeom>
          <a:solidFill>
            <a:srgbClr val="FCEAEA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1463039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13232"/>
                </a:solidFill>
              </a:defRPr>
            </a:pPr>
            <a:r>
              <a:t>Most Expensive Path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MATLAB as engine.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Highest development and maintenance cost.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Harder to keep consistent with Python and Julia.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37947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Scalability Assessment of Current Choice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Better than pure JSON because sparse transfer is more structured.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Good for moderate and reasonably large sparse models.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Not yet optimal because the MATLAB path still creates extra copies before final Arrow transport.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6576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379476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8233C"/>
                </a:solidFill>
              </a:defRPr>
            </a:pPr>
            <a:r>
              <a:t>What Would Improve It Further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Reduce JSON-style intermediate conversions inside the MATLAB bridge.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Move toward more direct Arrow construction from MATLAB-side data.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Keep transport and result contracts identical to the rest of the repo.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33C"/>
                </a:solidFill>
              </a:defRPr>
            </a:pPr>
            <a:r>
              <a:t>Bottom Line</a:t>
            </a:r>
          </a:p>
          <a:p>
            <a:pPr>
              <a:defRPr sz="1100">
                <a:solidFill>
                  <a:srgbClr val="566074"/>
                </a:solidFill>
              </a:defRPr>
            </a:pPr>
            <a:r>
              <a:t>Simple summary for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241280" cy="2743200"/>
          </a:xfrm>
          <a:prstGeom prst="roundRect">
            <a:avLst/>
          </a:prstGeom>
          <a:solidFill>
            <a:srgbClr val="EBF2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1783080"/>
            <a:ext cx="996695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5FD7"/>
                </a:solidFill>
              </a:defRPr>
            </a:pPr>
            <a:r>
              <a:t>Summary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We considered several client-side ways for MATLAB to send optimization models into OptArrow.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The chosen design is: MATLAB as interface, Arrow-based transport through the shared gateway.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This option is not the absolute lowest-copy path today, but it is the most consistent, testable, and scalable architecture for OptArrow.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It gives us one system contract across MATLAB, Python, and Julia instead of separate stacks.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10241280" cy="914400"/>
          </a:xfrm>
          <a:prstGeom prst="roundRect">
            <a:avLst/>
          </a:prstGeom>
          <a:solidFill>
            <a:srgbClr val="E4F5EA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4800600"/>
            <a:ext cx="9966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6639"/>
                </a:solidFill>
              </a:defRPr>
            </a:pPr>
            <a:r>
              <a:t>One-line decision</a:t>
            </a:r>
          </a:p>
          <a:p>
            <a:pPr>
              <a:spcAft>
                <a:spcPts val="500"/>
              </a:spcAft>
              <a:defRPr sz="1200">
                <a:solidFill>
                  <a:srgbClr val="2D3440"/>
                </a:solidFill>
              </a:defRPr>
            </a:pPr>
            <a:r>
              <a:t>Choose the option that keeps one architecture and improve transport efficiency incrementally, rather than building a separate MATLAB engine.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